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54" r:id="rId10"/>
    <p:sldId id="342" r:id="rId11"/>
    <p:sldId id="343" r:id="rId12"/>
    <p:sldId id="341" r:id="rId13"/>
    <p:sldId id="336" r:id="rId14"/>
    <p:sldId id="344" r:id="rId15"/>
    <p:sldId id="353" r:id="rId16"/>
    <p:sldId id="352" r:id="rId17"/>
    <p:sldId id="345" r:id="rId18"/>
    <p:sldId id="346" r:id="rId19"/>
    <p:sldId id="347" r:id="rId20"/>
    <p:sldId id="350" r:id="rId21"/>
    <p:sldId id="348" r:id="rId22"/>
    <p:sldId id="351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42"/>
            <p14:sldId id="343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0695" autoAdjust="0"/>
  </p:normalViewPr>
  <p:slideViewPr>
    <p:cSldViewPr snapToGrid="0">
      <p:cViewPr varScale="1">
        <p:scale>
          <a:sx n="72" d="100"/>
          <a:sy n="72" d="100"/>
        </p:scale>
        <p:origin x="43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46.png"/><Relationship Id="rId4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46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1492</Words>
  <Application>Microsoft Office PowerPoint</Application>
  <PresentationFormat>Grand écran</PresentationFormat>
  <Paragraphs>305</Paragraphs>
  <Slides>22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0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49</cp:revision>
  <dcterms:created xsi:type="dcterms:W3CDTF">2026-07-01T11:56:10Z</dcterms:created>
  <dcterms:modified xsi:type="dcterms:W3CDTF">2026-10-05T10:04:14Z</dcterms:modified>
</cp:coreProperties>
</file>