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327" r:id="rId2"/>
    <p:sldId id="328" r:id="rId3"/>
    <p:sldId id="357" r:id="rId4"/>
    <p:sldId id="359" r:id="rId5"/>
    <p:sldId id="360" r:id="rId6"/>
    <p:sldId id="362" r:id="rId7"/>
    <p:sldId id="330" r:id="rId8"/>
    <p:sldId id="322" r:id="rId9"/>
    <p:sldId id="323" r:id="rId10"/>
    <p:sldId id="340" r:id="rId11"/>
    <p:sldId id="354" r:id="rId12"/>
    <p:sldId id="361" r:id="rId13"/>
    <p:sldId id="342" r:id="rId14"/>
    <p:sldId id="343" r:id="rId15"/>
    <p:sldId id="355" r:id="rId16"/>
    <p:sldId id="341" r:id="rId17"/>
    <p:sldId id="353" r:id="rId18"/>
    <p:sldId id="358" r:id="rId19"/>
    <p:sldId id="352" r:id="rId20"/>
    <p:sldId id="345" r:id="rId21"/>
    <p:sldId id="346" r:id="rId22"/>
    <p:sldId id="347" r:id="rId23"/>
    <p:sldId id="350" r:id="rId24"/>
    <p:sldId id="348" r:id="rId25"/>
    <p:sldId id="351" r:id="rId2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7"/>
            <p14:sldId id="328"/>
            <p14:sldId id="357"/>
            <p14:sldId id="359"/>
            <p14:sldId id="360"/>
            <p14:sldId id="362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54"/>
            <p14:sldId id="361"/>
            <p14:sldId id="342"/>
            <p14:sldId id="343"/>
            <p14:sldId id="355"/>
            <p14:sldId id="341"/>
          </p14:sldIdLst>
        </p14:section>
        <p14:section name="Corail" id="{CCA9B34D-82CD-4298-BF9C-03A0026B73BF}">
          <p14:sldIdLst>
            <p14:sldId id="353"/>
            <p14:sldId id="358"/>
            <p14:sldId id="352"/>
            <p14:sldId id="345"/>
            <p14:sldId id="346"/>
            <p14:sldId id="347"/>
            <p14:sldId id="350"/>
            <p14:sldId id="348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44" autoAdjust="0"/>
    <p:restoredTop sz="90695" autoAdjust="0"/>
  </p:normalViewPr>
  <p:slideViewPr>
    <p:cSldViewPr snapToGrid="0">
      <p:cViewPr varScale="1">
        <p:scale>
          <a:sx n="97" d="100"/>
          <a:sy n="97" d="100"/>
        </p:scale>
        <p:origin x="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642C3-701D-B75F-4059-59477DEA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0562EFD-2C6B-18DE-B758-6E3895153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6D2DD1-AE30-196A-4E97-5175BD1F7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33030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C8280-AB60-6E81-DC19-C1A0C78B3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EE79D93-FF90-2CF9-6277-5D48D14DE0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B98ED8A-B0E0-3F02-6EC4-6224251CD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3347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9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1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48.png"/><Relationship Id="rId7" Type="http://schemas.openxmlformats.org/officeDocument/2006/relationships/image" Target="../media/image6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81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805" y="4019384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246437" y="4132842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750" y="2657027"/>
            <a:ext cx="3628333" cy="72396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3915" y="4071799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161630" y="4249113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6DBBB8-E232-4BC7-AF00-E8868A98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3616" y="1086622"/>
            <a:ext cx="4391638" cy="1028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EC8DBD-8E1C-6F89-4AB9-3908FCC1B35F}"/>
              </a:ext>
            </a:extLst>
          </p:cNvPr>
          <p:cNvSpPr txBox="1"/>
          <p:nvPr/>
        </p:nvSpPr>
        <p:spPr>
          <a:xfrm>
            <a:off x="2322792" y="5702069"/>
            <a:ext cx="70018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C0ADC7E-3093-50CE-AEFD-B9F4F26C8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185" y="1359634"/>
            <a:ext cx="5972175" cy="413873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9210742-6B75-719E-4EA7-0285F4CF4BAE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Figures finales : </a:t>
            </a:r>
          </a:p>
        </p:txBody>
      </p:sp>
    </p:spTree>
    <p:extLst>
      <p:ext uri="{BB962C8B-B14F-4D97-AF65-F5344CB8AC3E}">
        <p14:creationId xmlns:p14="http://schemas.microsoft.com/office/powerpoint/2010/main" val="2583821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48575-2C9D-4616-0A4A-DFFF35354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F4F999AA-17A8-2BAF-4FE3-6B7846C61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85E07BD2-23E6-2A5D-3F91-3B8CB697650C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 : </a:t>
            </a: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A308EB0B-03C3-2F42-0CA0-DB788BD8D7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768" t="15603" r="27619" b="5943"/>
          <a:stretch>
            <a:fillRect/>
          </a:stretch>
        </p:blipFill>
        <p:spPr>
          <a:xfrm>
            <a:off x="2208587" y="1359635"/>
            <a:ext cx="7975600" cy="515620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419FAAD-BA41-862E-2A9A-3F1FA76B5337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8FC06FC-2DEE-FB75-81D3-B14F472D1166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198053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76E5D-4190-529A-5917-3C388F8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7F681CD5-C964-4B52-2B6B-BD2347A8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72EF94C-0EC5-D2E2-02A6-B9B407ECB0EA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D82521C-2B33-104C-DB5D-18827306CF24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B95AF61-7ADB-0A7E-98D2-6FD784E14AF1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259C9BE-2EEA-83B4-4961-2B7ED7D63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419" y="823316"/>
            <a:ext cx="8814056" cy="597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296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8CCB-0E05-376E-B5B6-B1112B4A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7242F30-4781-3F60-7D75-9EA2CDE6C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AE80183-A532-8A17-94B4-9E94645A9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356" y="4740515"/>
            <a:ext cx="2293016" cy="210694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F771D72-4868-7EE1-17C1-52901223B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83" y="4787899"/>
            <a:ext cx="2207829" cy="201217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60C63DB-A4E6-D6DE-D677-929B5D8D8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 flipH="1">
            <a:off x="1789609" y="738255"/>
            <a:ext cx="1869036" cy="18258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734DA2-55F1-C721-E210-ECB2DCDB4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464" y="3612891"/>
            <a:ext cx="3756830" cy="311088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361BE69-B64A-25B8-653D-25DAB4BE2B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7367" y="997969"/>
            <a:ext cx="4165024" cy="24310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304AF85-DCE0-6584-1715-F183B449EC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126" y="2680956"/>
            <a:ext cx="2323088" cy="210694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525A9CD3-F8C1-A055-B529-517E521552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183" y="2737506"/>
            <a:ext cx="2218599" cy="2021991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AE3F397-E3AF-6F88-AD97-3773949B86C5}"/>
              </a:ext>
            </a:extLst>
          </p:cNvPr>
          <p:cNvSpPr txBox="1"/>
          <p:nvPr/>
        </p:nvSpPr>
        <p:spPr>
          <a:xfrm>
            <a:off x="0" y="240581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2ps</a:t>
            </a:r>
            <a:endParaRPr lang="fr-FR" sz="48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0F7AFFE-2424-CB2C-EC96-C24FBF1C8CEC}"/>
              </a:ext>
            </a:extLst>
          </p:cNvPr>
          <p:cNvSpPr txBox="1"/>
          <p:nvPr/>
        </p:nvSpPr>
        <p:spPr>
          <a:xfrm>
            <a:off x="-69850" y="4545806"/>
            <a:ext cx="62357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7ps</a:t>
            </a:r>
            <a:endParaRPr lang="fr-FR" sz="4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27E133-EEA8-CE92-3D74-ABFF0F5BEF32}"/>
              </a:ext>
            </a:extLst>
          </p:cNvPr>
          <p:cNvSpPr/>
          <p:nvPr/>
        </p:nvSpPr>
        <p:spPr>
          <a:xfrm>
            <a:off x="2489702" y="1087655"/>
            <a:ext cx="264160" cy="262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1672B0-D6B6-F32A-C8D6-0F3E9E4824C0}"/>
              </a:ext>
            </a:extLst>
          </p:cNvPr>
          <p:cNvSpPr/>
          <p:nvPr/>
        </p:nvSpPr>
        <p:spPr>
          <a:xfrm>
            <a:off x="3027680" y="1746734"/>
            <a:ext cx="264160" cy="262428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416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24DD-4516-7247-EA70-E62EB4B3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E7592BE-DACE-D871-10F2-C772923728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ADC245F-3CA4-5578-DA75-1F57560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93694" y="883258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4AD9908-97B6-A421-63B2-994A24E83C0C}"/>
              </a:ext>
            </a:extLst>
          </p:cNvPr>
          <p:cNvSpPr/>
          <p:nvPr/>
        </p:nvSpPr>
        <p:spPr>
          <a:xfrm>
            <a:off x="2172202" y="1314449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744C45-E39D-1848-6301-BBC85FA769AB}"/>
              </a:ext>
            </a:extLst>
          </p:cNvPr>
          <p:cNvSpPr/>
          <p:nvPr/>
        </p:nvSpPr>
        <p:spPr>
          <a:xfrm>
            <a:off x="2717800" y="2203934"/>
            <a:ext cx="129540" cy="12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FD44097-F403-E9C0-4D80-305579D17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4030" y="951352"/>
            <a:ext cx="3097056" cy="2606115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756CDBC9-3C36-DD1E-9C08-5B20136969C5}"/>
              </a:ext>
            </a:extLst>
          </p:cNvPr>
          <p:cNvSpPr txBox="1"/>
          <p:nvPr/>
        </p:nvSpPr>
        <p:spPr>
          <a:xfrm>
            <a:off x="6352124" y="828644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4349F1E-ACB9-6F1D-8E71-C9514E5B9E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8909" y="3813355"/>
            <a:ext cx="3239561" cy="241464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A30DC86B-938E-1E59-B74E-722BC58461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3000" y="951352"/>
            <a:ext cx="3064648" cy="2619594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6652F504-6FE1-8C7B-E34D-0990EFFD3465}"/>
              </a:ext>
            </a:extLst>
          </p:cNvPr>
          <p:cNvSpPr txBox="1"/>
          <p:nvPr/>
        </p:nvSpPr>
        <p:spPr>
          <a:xfrm>
            <a:off x="10289729" y="907255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9687A777-8600-1010-588D-D4C8D6369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1852" y="3813355"/>
            <a:ext cx="3258802" cy="2414640"/>
          </a:xfrm>
          <a:prstGeom prst="rect">
            <a:avLst/>
          </a:prstGeom>
        </p:spPr>
      </p:pic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F5FB1F70-2FE7-51C8-81C6-33D786D6A8D9}"/>
              </a:ext>
            </a:extLst>
          </p:cNvPr>
          <p:cNvCxnSpPr>
            <a:cxnSpLocks/>
          </p:cNvCxnSpPr>
          <p:nvPr/>
        </p:nvCxnSpPr>
        <p:spPr>
          <a:xfrm>
            <a:off x="6844765" y="322785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E226F78E-9807-831D-E44B-EF4C472DCEE2}"/>
              </a:ext>
            </a:extLst>
          </p:cNvPr>
          <p:cNvSpPr txBox="1"/>
          <p:nvPr/>
        </p:nvSpPr>
        <p:spPr>
          <a:xfrm>
            <a:off x="6553710" y="285852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5FAD10D5-64B5-1F46-FE03-E2C15E75BB95}"/>
              </a:ext>
            </a:extLst>
          </p:cNvPr>
          <p:cNvCxnSpPr>
            <a:cxnSpLocks/>
          </p:cNvCxnSpPr>
          <p:nvPr/>
        </p:nvCxnSpPr>
        <p:spPr>
          <a:xfrm>
            <a:off x="10768265" y="3220235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EFAE0F4E-B701-D5B3-46AB-13E02AA99997}"/>
              </a:ext>
            </a:extLst>
          </p:cNvPr>
          <p:cNvSpPr txBox="1"/>
          <p:nvPr/>
        </p:nvSpPr>
        <p:spPr>
          <a:xfrm>
            <a:off x="10477210" y="2850903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C776153-BF00-F2AE-5929-CE134716DD41}"/>
              </a:ext>
            </a:extLst>
          </p:cNvPr>
          <p:cNvCxnSpPr>
            <a:cxnSpLocks/>
          </p:cNvCxnSpPr>
          <p:nvPr/>
        </p:nvCxnSpPr>
        <p:spPr>
          <a:xfrm>
            <a:off x="2974618" y="31521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968B4CB8-0382-4D20-2180-838BABF6E9F0}"/>
              </a:ext>
            </a:extLst>
          </p:cNvPr>
          <p:cNvSpPr txBox="1"/>
          <p:nvPr/>
        </p:nvSpPr>
        <p:spPr>
          <a:xfrm>
            <a:off x="2683563" y="2782809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3C1FA025-9703-9DED-D570-F30340F17B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9079" y="3542710"/>
            <a:ext cx="3894186" cy="3165173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62A71FCB-1268-BB30-3095-6455CE2F1687}"/>
              </a:ext>
            </a:extLst>
          </p:cNvPr>
          <p:cNvSpPr txBox="1"/>
          <p:nvPr/>
        </p:nvSpPr>
        <p:spPr>
          <a:xfrm>
            <a:off x="7231969" y="1135699"/>
            <a:ext cx="593265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------------------------------------------------------------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1 : CAL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------------------------------------------------------------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CAL : </a:t>
            </a:r>
            <a:r>
              <a:rPr lang="fr-FR" sz="1800" b="0" i="0" dirty="0" err="1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A_fit</a:t>
            </a: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 = 15565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ACC : </a:t>
            </a:r>
            <a:r>
              <a:rPr lang="fr-FR" sz="1800" b="0" i="0" dirty="0" err="1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A_fit</a:t>
            </a: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 = 1016.4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CAL : Raie 1 : nu = 1086.1243 cm^-1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ACC : Raie 1 : nu = 1080.7355 cm^-1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CAL : FWHM 1 : FWHM = 3.0782 cm^-1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ACC : FWHM 1 : FWHM = 20.0000 cm^-1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------------------------------------------------------------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4 : ACC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------------------------------------------------------------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CAL : </a:t>
            </a:r>
            <a:r>
              <a:rPr lang="fr-FR" sz="1800" b="0" i="0" dirty="0" err="1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A_fit</a:t>
            </a: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 = 1.7119e-05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ACC : </a:t>
            </a:r>
            <a:r>
              <a:rPr lang="fr-FR" sz="1800" b="0" i="0" dirty="0" err="1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A_fit</a:t>
            </a: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 = 18105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CAL : Raie 1 : nu = 1084.5000 cm^-1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ACC : Raie 1 : nu = 1079.1368 cm^-1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CAL : FWHM 1 : FWHM = 1.0001 cm^-1</a:t>
            </a:r>
            <a:b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</a:br>
            <a:r>
              <a:rPr lang="fr-FR" sz="1800" b="0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+mn-lt"/>
              </a:rPr>
              <a:t>Phase ACC : FWHM 1 : FWHM = 24.4190 cm^-1</a:t>
            </a:r>
            <a:endParaRPr lang="fr-FR" sz="1000" b="0" i="0" dirty="0">
              <a:solidFill>
                <a:srgbClr val="FF0000"/>
              </a:solidFill>
              <a:effectLst/>
              <a:highlight>
                <a:srgbClr val="FFFF00"/>
              </a:highlight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96127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ADD10F0-082C-C897-2B4A-03B69E1FAB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0028" y="736370"/>
            <a:ext cx="3083858" cy="266131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385A7C6-1B77-ECAA-B485-AA982452CA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088" y="3191493"/>
            <a:ext cx="463461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11D4CCE-3ECF-F3AE-F4EB-0C48CBA488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637" y="3373589"/>
            <a:ext cx="4634610" cy="3428997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52C9B23A-B72F-825B-D167-4F1B3CBC3DB7}"/>
              </a:ext>
            </a:extLst>
          </p:cNvPr>
          <p:cNvSpPr txBox="1"/>
          <p:nvPr/>
        </p:nvSpPr>
        <p:spPr>
          <a:xfrm>
            <a:off x="5868043" y="334094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80D06B2-3A39-A7EA-39B3-2D541710C4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164" y="519852"/>
            <a:ext cx="3285038" cy="2834931"/>
          </a:xfrm>
          <a:prstGeom prst="rect">
            <a:avLst/>
          </a:prstGeom>
        </p:spPr>
      </p:pic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634508" y="986283"/>
            <a:ext cx="1193028" cy="27259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29D9301C-BCC8-4484-2215-72068124C9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4354" y="547217"/>
            <a:ext cx="3316567" cy="2834929"/>
          </a:xfrm>
          <a:prstGeom prst="rect">
            <a:avLst/>
          </a:prstGeom>
        </p:spPr>
      </p:pic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18A2CC17-881E-46D2-1119-1D2267C9AD36}"/>
              </a:ext>
            </a:extLst>
          </p:cNvPr>
          <p:cNvSpPr txBox="1"/>
          <p:nvPr/>
        </p:nvSpPr>
        <p:spPr>
          <a:xfrm>
            <a:off x="7334464" y="493888"/>
            <a:ext cx="2725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860C8DED-F8F2-12B9-6698-4BA150B67D75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FA64098B-3BB6-6163-17D1-5AC444B862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9256" y="3391248"/>
            <a:ext cx="4634613" cy="3428999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0C462D07-659F-D0B3-5D2E-58686917F766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0173" y="650860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16CB543E-AA06-4A78-F020-38E8B08A1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90" y="209729"/>
            <a:ext cx="2249594" cy="230207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931EE57-AE35-AC2D-4DF5-B0E126ACB38C}"/>
              </a:ext>
            </a:extLst>
          </p:cNvPr>
          <p:cNvSpPr/>
          <p:nvPr/>
        </p:nvSpPr>
        <p:spPr>
          <a:xfrm>
            <a:off x="10515599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14C8F72-2FD2-C214-C2D7-A9953490D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038" y="3839864"/>
            <a:ext cx="4408747" cy="2308324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8FEE9127-310A-0E1E-1218-931918BFABE8}"/>
              </a:ext>
            </a:extLst>
          </p:cNvPr>
          <p:cNvSpPr txBox="1"/>
          <p:nvPr/>
        </p:nvSpPr>
        <p:spPr>
          <a:xfrm>
            <a:off x="8954952" y="2961198"/>
            <a:ext cx="784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2ps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0.506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0.745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416.64</a:t>
            </a:r>
          </a:p>
          <a:p>
            <a:r>
              <a:rPr lang="fr-FR" dirty="0"/>
              <a:t>background fit   = -470.884175</a:t>
            </a:r>
          </a:p>
          <a:p>
            <a:r>
              <a:rPr lang="fr-FR" dirty="0"/>
              <a:t>min fit          = -324.167943</a:t>
            </a:r>
          </a:p>
          <a:p>
            <a:r>
              <a:rPr lang="fr-FR" dirty="0"/>
              <a:t>max fit          = 128446.667684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770BB4F1-0BD0-AF4D-30CD-9CF8D9B5E0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064" y="3857591"/>
            <a:ext cx="4411826" cy="2309936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FB783713-4FBB-62BA-1EA8-DB9C7C467030}"/>
              </a:ext>
            </a:extLst>
          </p:cNvPr>
          <p:cNvSpPr txBox="1"/>
          <p:nvPr/>
        </p:nvSpPr>
        <p:spPr>
          <a:xfrm>
            <a:off x="8954952" y="4867956"/>
            <a:ext cx="854790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7 </a:t>
            </a:r>
            <a:r>
              <a:rPr lang="fr-FR" b="1" dirty="0" err="1"/>
              <a:t>ps</a:t>
            </a:r>
            <a:r>
              <a:rPr lang="fr-FR" b="1" dirty="0"/>
              <a:t>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0.970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1.475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-2214.30</a:t>
            </a:r>
          </a:p>
          <a:p>
            <a:r>
              <a:rPr lang="fr-FR" dirty="0"/>
              <a:t>background fit   = 1071.426001</a:t>
            </a:r>
          </a:p>
          <a:p>
            <a:r>
              <a:rPr lang="fr-FR" dirty="0"/>
              <a:t>min fit          = 2024.255660</a:t>
            </a:r>
          </a:p>
          <a:p>
            <a:r>
              <a:rPr lang="fr-FR" dirty="0"/>
              <a:t>max fit          = 100911.778329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A5D1578-069E-25EE-143F-23228311E541}"/>
              </a:ext>
            </a:extLst>
          </p:cNvPr>
          <p:cNvSpPr txBox="1"/>
          <p:nvPr/>
        </p:nvSpPr>
        <p:spPr>
          <a:xfrm>
            <a:off x="9032633" y="2511808"/>
            <a:ext cx="281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Stats sur [min(</a:t>
            </a:r>
            <a:r>
              <a:rPr lang="fr-FR" b="1" dirty="0" err="1"/>
              <a:t>wn</a:t>
            </a:r>
            <a:r>
              <a:rPr lang="fr-FR" b="1" dirty="0"/>
              <a:t>) 1076] :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CC1B0D72-D55E-AEBB-0693-7B674386E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764" y="919860"/>
            <a:ext cx="4408747" cy="3070754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A6B38C1-5057-3DA5-3236-028429AFEC00}"/>
              </a:ext>
            </a:extLst>
          </p:cNvPr>
          <p:cNvSpPr txBox="1"/>
          <p:nvPr/>
        </p:nvSpPr>
        <p:spPr>
          <a:xfrm>
            <a:off x="7680698" y="1092514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558DEDE-D9BC-540B-006A-54FA380E68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659" y="919859"/>
            <a:ext cx="4408748" cy="3070755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A74DD057-389B-56E3-CF13-727A50895DDD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F628972-AB9C-3820-C248-C736E545F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6" y="4005191"/>
            <a:ext cx="4408747" cy="2308324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F777A24-0910-6FCC-2964-8795D7020C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3002" y="4022918"/>
            <a:ext cx="4411826" cy="2309936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659" y="6419835"/>
            <a:ext cx="3795089" cy="342930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524C9DD8-0027-EF12-5624-FFF706ACCE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6419835"/>
            <a:ext cx="2331922" cy="327688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4368735" y="640663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600D-50ED-5B21-F790-883ABD23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083EF-101B-E436-4F9B-BA69E24D4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1F86BED-F528-510D-FE87-5063835ACBEC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AA7E2B-5B25-9DF4-9797-4E7E2EE12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68AE27-A09B-2790-6F55-526CADC8D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956CB80-CD31-EF8A-DB08-F02B2D1AD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011CCB7-2BA9-3059-A3E2-43EB69FAF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8B162177-3CEE-5D18-EDC1-F2F5A0D66BDD}"/>
              </a:ext>
            </a:extLst>
          </p:cNvPr>
          <p:cNvSpPr txBox="1"/>
          <p:nvPr/>
        </p:nvSpPr>
        <p:spPr>
          <a:xfrm>
            <a:off x="5299998" y="5024761"/>
            <a:ext cx="347274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dirty="0" err="1"/>
              <a:t>params.methode_ref_spectra</a:t>
            </a:r>
            <a:r>
              <a:rPr lang="fr-FR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FF8D2F7-37C8-050B-449D-964E3731C5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78612EC-0C46-D8A4-05DC-2B51132A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821" y="76803"/>
            <a:ext cx="6241629" cy="48058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D22C6F3-8AEB-2239-2FA7-0D295B17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270" y="716263"/>
            <a:ext cx="4572467" cy="35208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2D120EC-271B-6A83-1FA2-3620628C03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8059" y="4402355"/>
            <a:ext cx="2525904" cy="232391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0BC76AC-C1B6-CDDB-2B5E-A966B2202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5852" y="4760806"/>
            <a:ext cx="2518088" cy="192378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3D5EA3-7947-7E31-BFDA-FA49F0DFCD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5214" y="2391295"/>
            <a:ext cx="3034253" cy="22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307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531-A4A6-4004-A0F9-F1964F1D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BC0DD-3513-6D0B-A24C-2C936F1A3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7ps(#4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58AD298-4969-EE19-BF44-0E08251E2F74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F72E59-24AD-6766-7817-62BDAB1D2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26A553B-C79A-2570-08C3-1C332A9C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BC353E7-E9BD-004C-4694-EDA0DBBCB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269DDBE-0610-0B7C-6901-D1FAF6A7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5F7176D8-6ACD-2587-91CD-95375DD34B78}"/>
              </a:ext>
            </a:extLst>
          </p:cNvPr>
          <p:cNvSpPr txBox="1"/>
          <p:nvPr/>
        </p:nvSpPr>
        <p:spPr>
          <a:xfrm>
            <a:off x="5304179" y="5150455"/>
            <a:ext cx="62039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sz="1600" dirty="0" err="1"/>
              <a:t>params.methode_ref_spectra</a:t>
            </a:r>
            <a:r>
              <a:rPr lang="fr-FR" sz="1600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591323A3-9510-3CB7-7B02-8D6D0D2CC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3627B6C1-DCBF-F84D-8361-78B7EBD005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6925" y="4555449"/>
            <a:ext cx="2975942" cy="22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923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3709785" y="1059631"/>
            <a:ext cx="2310363" cy="21735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861" y="4253894"/>
            <a:ext cx="3301279" cy="231593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440" y="4170224"/>
            <a:ext cx="3178421" cy="248327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82" y="1059631"/>
            <a:ext cx="2684438" cy="243617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F8E1C94-F255-7C59-C95A-193B9DAF3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60" y="3660175"/>
            <a:ext cx="3034678" cy="306956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1A98645-737D-3629-9788-F42B09FE03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1008" y="4373516"/>
            <a:ext cx="2317171" cy="18164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1BB09E8-6C9B-9F26-A802-E81F3E9E52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280" y="668057"/>
            <a:ext cx="3034679" cy="280839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475" y="1040275"/>
            <a:ext cx="2700923" cy="2436179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2C9750A0-0D4D-C7D4-97ED-BEDB3C995C37}"/>
              </a:ext>
            </a:extLst>
          </p:cNvPr>
          <p:cNvCxnSpPr/>
          <p:nvPr/>
        </p:nvCxnSpPr>
        <p:spPr>
          <a:xfrm>
            <a:off x="3535680" y="668057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47057292-0A01-AD4E-E47F-792CF9165107}"/>
              </a:ext>
            </a:extLst>
          </p:cNvPr>
          <p:cNvCxnSpPr>
            <a:cxnSpLocks/>
          </p:cNvCxnSpPr>
          <p:nvPr/>
        </p:nvCxnSpPr>
        <p:spPr>
          <a:xfrm>
            <a:off x="3535680" y="3660175"/>
            <a:ext cx="205462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44DE4C14-D1B3-829E-D7A0-E6CF92C8483A}"/>
              </a:ext>
            </a:extLst>
          </p:cNvPr>
          <p:cNvCxnSpPr/>
          <p:nvPr/>
        </p:nvCxnSpPr>
        <p:spPr>
          <a:xfrm>
            <a:off x="5590309" y="3660175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1581</Words>
  <Application>Microsoft Office PowerPoint</Application>
  <PresentationFormat>Grand écran</PresentationFormat>
  <Paragraphs>300</Paragraphs>
  <Slides>25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Google Sans Text</vt:lpstr>
      <vt:lpstr>Menlo</vt:lpstr>
      <vt:lpstr>Wingdings</vt:lpstr>
      <vt:lpstr>Thème Office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2ps(#4 stressed)</vt:lpstr>
      <vt:lpstr>Corals 260713 7ps(#4 stressed)</vt:lpstr>
      <vt:lpstr>Corals 260713 2ps vs 7ps 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BUCOURT Sacha</cp:lastModifiedBy>
  <cp:revision>54</cp:revision>
  <dcterms:created xsi:type="dcterms:W3CDTF">2026-07-01T11:56:10Z</dcterms:created>
  <dcterms:modified xsi:type="dcterms:W3CDTF">2026-10-13T14:58:03Z</dcterms:modified>
</cp:coreProperties>
</file>