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6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4" r:id="rId27"/>
    <p:sldId id="285" r:id="rId28"/>
    <p:sldId id="286" r:id="rId29"/>
    <p:sldId id="287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2BB841D-28CC-48DB-B99F-ECFA7E46AF63}">
          <p14:sldIdLst>
            <p14:sldId id="266"/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56"/>
          </p14:sldIdLst>
        </p14:section>
        <p14:section name="Section sans titre" id="{CCA9B34D-82CD-4298-BF9C-03A0026B73BF}">
          <p14:sldIdLst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9" autoAdjust="0"/>
    <p:restoredTop sz="84970" autoAdjust="0"/>
  </p:normalViewPr>
  <p:slideViewPr>
    <p:cSldViewPr snapToGrid="0">
      <p:cViewPr>
        <p:scale>
          <a:sx n="75" d="100"/>
          <a:sy n="75" d="100"/>
        </p:scale>
        <p:origin x="157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E4E35-8187-4757-AF44-D7829C233B30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ED21D-356C-4BDC-9372-2CBCC26085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25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ED21D-356C-4BDC-9372-2CBCC260853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017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97D62-8836-082C-A733-310A610B3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0697A6-E027-8C09-7012-935DA444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AD7453-2053-5B67-A3D6-396DA953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BEB927-1C25-B313-D7D6-5201CA94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F6DD7C-2C04-2286-16AF-6A641EA9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981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15B080-E275-4B60-F79F-6C0D1471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45D95D-96EA-5587-9F86-591A93B08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A4DAB1-48C2-7433-5E0D-E32E64CC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50575B-F850-C1F0-150A-3DE6ECE0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653168-75C6-A52C-BC66-E734A91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5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23566-F9F4-86E3-076C-B5582426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030711-712C-BF2C-3CFB-FB4F85C16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2F7148-B737-116A-382B-6253507E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60CBF7-85DB-BB63-BA1C-5AB76BE8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BF2964-7856-E568-703B-CCDAB6C1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3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A3724-6DFC-A032-A3DD-C9BD87FC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79CC89-8EBB-8E9A-C299-9C8FF6219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F747B4-0335-1AED-C56C-BF12D3A67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168405-0388-5D20-5B3C-8E914510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810B57-DD18-ECBF-93A3-4784AE41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A21713-D34D-C310-BA6E-A776E867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313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B9108-3358-3155-D8F9-191876FD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85168B-CC81-E80F-3B30-6A21706F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787ECE-24C4-C546-1B4C-90D57212C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79BF4E-AA8D-F083-2181-95AF16D75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0D7DF1-C9AE-4979-603C-9E3EF6AD5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72D6130-CC64-FEC5-99E6-180D16E9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D6AE930-8C04-DF50-EA51-B89B8FE6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E9E820-D7ED-5AC5-7477-B4D3D6AB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91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F49E0-8781-3502-CE05-FDECA387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63C0E1-C46E-10CC-B6CB-585C14CA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1501ED-600A-3258-EA23-D190808A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43CB3A-176D-4AE7-2ADC-AD669CB6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40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7D28B24-87EB-6133-62DD-9A2DB481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CC52DC-C860-CC45-A043-E960022D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E5EBA4-8D36-4014-1970-DAABBED9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21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60B160-2994-8665-DF47-D1E40292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0C6253-1070-34F3-A404-929630193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83E001-91CA-2309-DFDE-FBB314CD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18DC21-0F75-CEF0-23F4-43CBA3DA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0D8433-6031-431F-2015-57F0CDBA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5F9FA7-B681-E733-5CD5-EB3A30C9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51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3CE0E6-1176-4DD6-8C68-26610F7A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0E54BD-59AC-CB5D-2140-E9AAA88EA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476753-9708-8AA5-FC18-D3BB2E05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06C69FC-FACA-FBDB-55D0-05D8E50C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BC6EC6-FC39-2A9C-CC46-DAF7F5F3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D470F-9057-BD5E-B7B7-4D2BE557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0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4856C9-1A23-124C-6A69-6335810E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27A9D1-3B8D-ABEB-94A2-E4F785270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F231F2-9E79-8DEE-0670-C19B6C9C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C9BB78-701A-C51C-E297-24C05284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D2C1A8-11D5-FB69-ABC1-9374A0C0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99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73DF7F1-D405-A9DF-EF93-D422296B7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68EB2B-D5FF-4232-B844-B1F59FC88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5FC76F-6C40-E840-E931-619CB8C5F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268BF-20FD-83FE-3B7D-6AE5F3C1B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FB67D6-380A-4671-3282-94C8DC59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49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3AC2A7-52F6-FC9B-6C27-4C1F8177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22EAC9-C154-C8A1-B5A0-F23AA517E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F8FE8-B6DD-8CBC-7A7E-EAB612038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063B4-2C68-40F2-BC26-4CA99D7F971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83123F-60B3-2180-C8AD-A60E532E3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2BA6EE-EF0E-58CC-6B7A-D4E9235BC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B7124-2289-4B4B-B40B-D5F146806F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5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0C616A-0DB1-4BB1-7E40-3DC2E362D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0734883" cy="2387600"/>
          </a:xfrm>
        </p:spPr>
        <p:txBody>
          <a:bodyPr/>
          <a:lstStyle/>
          <a:p>
            <a:pPr algn="l"/>
            <a:r>
              <a:rPr lang="fr-FR" dirty="0"/>
              <a:t>260701 coral_7ps #1 </a:t>
            </a:r>
            <a:r>
              <a:rPr lang="fr-FR" dirty="0" err="1"/>
              <a:t>stressed</a:t>
            </a:r>
            <a:r>
              <a:rPr lang="fr-FR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1A4CDC-5873-06CE-445C-31D13466F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824050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 = [927.5,927.1,926.8,926.4,925.9,925.5,924.5,924.1,923.5,925,927.4,927.7,928.1,928.5,928.7,929.1,929.4,929.9,930.4,930.8,931.1,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EACFBE-467A-6BDF-3823-6BD46F119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87" y="4055165"/>
            <a:ext cx="2637995" cy="265933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9C79A141-2C65-33AB-6245-DC851062B860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927.1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4E82819-E562-461B-9FE2-8F5024DD4312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3477F3D-C23D-B4A7-F41E-6250E9EB1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000" y="1921615"/>
            <a:ext cx="1647382" cy="176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23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643D-E86D-8E08-914E-850FD6DE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416C1-D3DD-7D10-22A8-E472329D6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0734883" cy="2387600"/>
          </a:xfrm>
        </p:spPr>
        <p:txBody>
          <a:bodyPr/>
          <a:lstStyle/>
          <a:p>
            <a:pPr algn="l"/>
            <a:r>
              <a:rPr lang="fr-FR" dirty="0"/>
              <a:t>260701 coral_2ps #1 </a:t>
            </a:r>
            <a:r>
              <a:rPr lang="fr-FR" dirty="0" err="1"/>
              <a:t>stressed</a:t>
            </a:r>
            <a:r>
              <a:rPr lang="fr-FR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3F1A75-2F44-E337-BB7B-80D65406A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1045199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 = [927.1,927.6,928,928.5,928.8,929.3,929.6,929.9,930.4,931.1,926.7,926.3,925.8,925.4,924.9,924.5,924.1,923.5,]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5AA219B-FC36-F526-2CE4-8798D8F91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87" y="4055165"/>
            <a:ext cx="2637995" cy="265933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88DDA98-AAA2-6CD4-0133-528AD3BBCB6A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927.1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D93AE72-D79B-56EA-E045-0AA1445BA1A8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8C06958-14B5-55CC-08E0-76D2ACF22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000" y="1921615"/>
            <a:ext cx="1647382" cy="17642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2023425-920E-C1FD-B229-FB2D36F5F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87" y="4009725"/>
            <a:ext cx="2637995" cy="268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8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BFA2E-2CC3-1453-229A-5B75B255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5B90C-CF00-1173-3065-D34667BDD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0734883" cy="2387600"/>
          </a:xfrm>
        </p:spPr>
        <p:txBody>
          <a:bodyPr/>
          <a:lstStyle/>
          <a:p>
            <a:pPr algn="l"/>
            <a:r>
              <a:rPr lang="fr-FR" dirty="0"/>
              <a:t>260702 coral_2ps #1 </a:t>
            </a:r>
            <a:r>
              <a:rPr lang="fr-FR" dirty="0" err="1"/>
              <a:t>stressed</a:t>
            </a:r>
            <a:r>
              <a:rPr lang="fr-FR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3950C6-6628-54B5-AE08-BB4FCE0B6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824050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 = </a:t>
            </a:r>
            <a:r>
              <a:rPr lang="fr-FR"/>
              <a:t>[928.6,928.9,929.4,929.9,930.3,931,932.1,928.4,928.1,927.6,927.2,926.7,926.3,925.8,925.2]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46CEE0C-C042-AD5B-EBC5-B5D5B1406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87" y="4055165"/>
            <a:ext cx="2637995" cy="265933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8550C2D-029A-5523-3F93-9FB9E004048E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927.1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CF6A21E5-19BF-47F3-BA95-8A82A03A6F2E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120²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120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426D7C-A81A-B8EF-8D36-3C10C6BBB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479" y="1941731"/>
            <a:ext cx="1497903" cy="170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9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CA64-F809-C214-84E4-027CFBF3E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6E4DD6-29A2-532B-59F8-91056C32C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1857205" cy="2387600"/>
          </a:xfrm>
        </p:spPr>
        <p:txBody>
          <a:bodyPr/>
          <a:lstStyle/>
          <a:p>
            <a:pPr algn="l"/>
            <a:r>
              <a:rPr lang="fr-FR" dirty="0"/>
              <a:t>260702 coral_7ps_bis #1 </a:t>
            </a:r>
            <a:r>
              <a:rPr lang="fr-FR" dirty="0" err="1"/>
              <a:t>stressed</a:t>
            </a:r>
            <a:r>
              <a:rPr lang="fr-FR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DF85C59-1743-BACA-64A2-A351D8517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824050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=[927.1,927.4,928.5,928.2,928.8,929.1,929.4,929.6,930,926.8,926.4,926,927.8,928.3,925,]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5F0AE1-79C4-696D-2455-36D6988BEA25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927.1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536ED48A-F7CD-10B8-FE92-646B2FA6FC9D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350 mW</a:t>
            </a:r>
          </a:p>
          <a:p>
            <a:pPr algn="l"/>
            <a:r>
              <a:rPr lang="fr-FR" dirty="0"/>
              <a:t>Nb pts 120²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150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3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7102E9D-4BC3-B8E4-3055-265EB8D3B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85" y="1943363"/>
            <a:ext cx="1844064" cy="171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2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E1A08-DB61-984A-5864-4402C045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16EA08-E928-70D9-0E45-11E492B4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1857205" cy="2387600"/>
          </a:xfrm>
        </p:spPr>
        <p:txBody>
          <a:bodyPr/>
          <a:lstStyle/>
          <a:p>
            <a:pPr algn="l"/>
            <a:r>
              <a:rPr lang="fr-FR" dirty="0"/>
              <a:t>260702 coral_2ps [#3 tissues]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81E8B8-C602-2269-2EFF-0A84FE295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=[926.9,927.2,927.5,927.8,928.3,928.6,929.1,929.4,929.6,930,930.4,930.8,931.1,931.5,931.9,932.9,926.7,926.4,926,925.6,924.9]]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8262C64-09EB-CC21-FAF1-3503364A2024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522606F-0720-1B7C-B379-A2BBEEC8F566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120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3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10D975-207E-E117-91AD-AC38B6955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214" y="1812059"/>
            <a:ext cx="1819359" cy="175719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399DFB2-FA3F-3959-376C-50A9E2875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73" y="4055165"/>
            <a:ext cx="2733083" cy="276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1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109D-4BF8-122C-8F1C-E80E4B42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C19935-7371-82B3-4FAF-4775F25B1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1857205" cy="2387600"/>
          </a:xfrm>
        </p:spPr>
        <p:txBody>
          <a:bodyPr/>
          <a:lstStyle/>
          <a:p>
            <a:pPr algn="l"/>
            <a:r>
              <a:rPr lang="fr-FR" dirty="0"/>
              <a:t>260702 coral_7ps [#3 tissues]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5F57C73-E5DB-1B21-3A31-5EDA309CE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fr-FR" dirty="0" err="1"/>
              <a:t>Wavelength</a:t>
            </a:r>
            <a:r>
              <a:rPr lang="fr-FR"/>
              <a:t>=[926.9,927.2,927.5,928.4,928.6,928.9,929.2,929.6,929.9,930.2,930.8,931,931.3,926.6,926.1,925</a:t>
            </a:r>
            <a:endParaRPr lang="fr-FR" dirty="0"/>
          </a:p>
          <a:p>
            <a:pPr algn="l"/>
            <a:r>
              <a:rPr lang="fr-FR" dirty="0"/>
              <a:t>L’intensité après </a:t>
            </a:r>
            <a:r>
              <a:rPr lang="fr-FR" dirty="0" err="1"/>
              <a:t>chirp</a:t>
            </a:r>
            <a:r>
              <a:rPr lang="fr-FR" dirty="0"/>
              <a:t> diminue à partir de 930.5 nm</a:t>
            </a:r>
          </a:p>
          <a:p>
            <a:pPr algn="l"/>
            <a:r>
              <a:rPr lang="fr-FR" dirty="0"/>
              <a:t>Manip après 931 nm, peut être désalignement. </a:t>
            </a:r>
          </a:p>
          <a:p>
            <a:pPr algn="l"/>
            <a:endParaRPr lang="fr-FR" dirty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C696F2A0-5F7C-7B65-D81A-1F0F2BEBC963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350 mW</a:t>
            </a:r>
          </a:p>
          <a:p>
            <a:pPr algn="l"/>
            <a:r>
              <a:rPr lang="fr-FR" dirty="0"/>
              <a:t>Nb pts 130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150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2EB29D-66D5-19AC-73CD-277BB01BF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55" y="2930492"/>
            <a:ext cx="2091030" cy="2019582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D9E6AA5-3091-9651-7643-57D4D45FC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080052"/>
              </p:ext>
            </p:extLst>
          </p:nvPr>
        </p:nvGraphicFramePr>
        <p:xfrm>
          <a:off x="2723321" y="2418080"/>
          <a:ext cx="914400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23">
                  <a:extLst>
                    <a:ext uri="{9D8B030D-6E8A-4147-A177-3AD203B41FA5}">
                      <a16:colId xmlns:a16="http://schemas.microsoft.com/office/drawing/2014/main" val="1049707125"/>
                    </a:ext>
                  </a:extLst>
                </a:gridCol>
                <a:gridCol w="1558110">
                  <a:extLst>
                    <a:ext uri="{9D8B030D-6E8A-4147-A177-3AD203B41FA5}">
                      <a16:colId xmlns:a16="http://schemas.microsoft.com/office/drawing/2014/main" val="2946742697"/>
                    </a:ext>
                  </a:extLst>
                </a:gridCol>
                <a:gridCol w="1623031">
                  <a:extLst>
                    <a:ext uri="{9D8B030D-6E8A-4147-A177-3AD203B41FA5}">
                      <a16:colId xmlns:a16="http://schemas.microsoft.com/office/drawing/2014/main" val="661598903"/>
                    </a:ext>
                  </a:extLst>
                </a:gridCol>
                <a:gridCol w="1308321">
                  <a:extLst>
                    <a:ext uri="{9D8B030D-6E8A-4147-A177-3AD203B41FA5}">
                      <a16:colId xmlns:a16="http://schemas.microsoft.com/office/drawing/2014/main" val="1425034685"/>
                    </a:ext>
                  </a:extLst>
                </a:gridCol>
                <a:gridCol w="1678058">
                  <a:extLst>
                    <a:ext uri="{9D8B030D-6E8A-4147-A177-3AD203B41FA5}">
                      <a16:colId xmlns:a16="http://schemas.microsoft.com/office/drawing/2014/main" val="1280814488"/>
                    </a:ext>
                  </a:extLst>
                </a:gridCol>
                <a:gridCol w="1678058">
                  <a:extLst>
                    <a:ext uri="{9D8B030D-6E8A-4147-A177-3AD203B41FA5}">
                      <a16:colId xmlns:a16="http://schemas.microsoft.com/office/drawing/2014/main" val="1361675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931.3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926.6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71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Puissance PM  (</a:t>
                      </a:r>
                      <a:r>
                        <a:rPr lang="fr-FR" dirty="0" err="1"/>
                        <a:t>a.u</a:t>
                      </a:r>
                      <a:r>
                        <a:rPr lang="fr-FR" dirty="0"/>
                        <a:t>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 (ou plus)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934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679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3315-7A36-283E-7472-FC2F85E8E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AA3F9F-926B-99CD-8E81-48AAFEA69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1857205" cy="2387600"/>
          </a:xfrm>
        </p:spPr>
        <p:txBody>
          <a:bodyPr/>
          <a:lstStyle/>
          <a:p>
            <a:pPr algn="l"/>
            <a:r>
              <a:rPr lang="fr-FR" dirty="0"/>
              <a:t>260706 coral_2ps test [#3 tissues]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86C456-826E-AEF2-C930-CBCC7CE6B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=[928.5,929.1,929.6,928.1,927.5,927,926.9,926.6,926.2,925.8,925,924.5,923,924,]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F281D66-D66F-23E6-AEF0-C099DEC0C62F}"/>
              </a:ext>
            </a:extLst>
          </p:cNvPr>
          <p:cNvSpPr txBox="1"/>
          <p:nvPr/>
        </p:nvSpPr>
        <p:spPr>
          <a:xfrm>
            <a:off x="1365595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A023ADD-5B23-30B7-FF66-F19E27AA5792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150²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E891174-B2E7-CDA0-9E35-B046B0EAE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73" y="4055165"/>
            <a:ext cx="2733083" cy="276857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C6E87A1-4F43-B154-2DC1-CCC68AFE9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54" y="1827808"/>
            <a:ext cx="2501846" cy="221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14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C2A5D-2EF5-F43B-5437-29162CAF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BB109-3B35-45C2-48CC-703587C3F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2393918" cy="2387600"/>
          </a:xfrm>
        </p:spPr>
        <p:txBody>
          <a:bodyPr/>
          <a:lstStyle/>
          <a:p>
            <a:pPr algn="l"/>
            <a:r>
              <a:rPr lang="fr-FR" dirty="0"/>
              <a:t>260706 coral_2ps </a:t>
            </a:r>
            <a:r>
              <a:rPr lang="fr-FR" dirty="0" err="1"/>
              <a:t>test_bis</a:t>
            </a:r>
            <a:r>
              <a:rPr lang="fr-FR" dirty="0"/>
              <a:t> [#3 tissues] 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E18985-9192-526D-D8F5-515298D8A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=[927,928,928.5,928.9,929.4,929.9,930.4,927.2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459F24A-7977-8B0E-4D31-53E1C42149E5}"/>
              </a:ext>
            </a:extLst>
          </p:cNvPr>
          <p:cNvSpPr txBox="1"/>
          <p:nvPr/>
        </p:nvSpPr>
        <p:spPr>
          <a:xfrm>
            <a:off x="1365595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D14F2C94-2D45-99C0-809E-77709DB41BA6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150²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0592E50-523D-2102-CD41-0CE643477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73" y="4055165"/>
            <a:ext cx="2733083" cy="276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0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A04CF-F8E5-7940-6E67-A57F2348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EE5369-139E-7D94-5F01-AB9C8EDBF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" y="-1361105"/>
            <a:ext cx="12393918" cy="2387600"/>
          </a:xfrm>
        </p:spPr>
        <p:txBody>
          <a:bodyPr/>
          <a:lstStyle/>
          <a:p>
            <a:pPr algn="l"/>
            <a:r>
              <a:rPr lang="fr-FR" dirty="0"/>
              <a:t>260706 coral_2ps </a:t>
            </a:r>
            <a:r>
              <a:rPr lang="fr-FR" dirty="0" err="1"/>
              <a:t>test_ter</a:t>
            </a:r>
            <a:r>
              <a:rPr lang="fr-FR" dirty="0"/>
              <a:t> [#3 tissues] 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00AFD26-9336-FB8D-8825-30A55D85A557}"/>
              </a:ext>
            </a:extLst>
          </p:cNvPr>
          <p:cNvSpPr txBox="1"/>
          <p:nvPr/>
        </p:nvSpPr>
        <p:spPr>
          <a:xfrm>
            <a:off x="1365595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927.6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3DE15666-31E3-4267-2BE5-AE7692E25701}"/>
              </a:ext>
            </a:extLst>
          </p:cNvPr>
          <p:cNvSpPr txBox="1">
            <a:spLocks/>
          </p:cNvSpPr>
          <p:nvPr/>
        </p:nvSpPr>
        <p:spPr>
          <a:xfrm>
            <a:off x="0" y="79333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150²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8EDC18A-D5A0-66AF-79DE-012AC432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16" y="1446189"/>
            <a:ext cx="2372770" cy="2239644"/>
          </a:xfrm>
          <a:prstGeom prst="rect">
            <a:avLst/>
          </a:prstGeom>
        </p:spPr>
      </p:pic>
      <p:sp>
        <p:nvSpPr>
          <p:cNvPr id="10" name="Sous-titre 2">
            <a:extLst>
              <a:ext uri="{FF2B5EF4-FFF2-40B4-BE49-F238E27FC236}">
                <a16:creationId xmlns:a16="http://schemas.microsoft.com/office/drawing/2014/main" id="{53A74302-F518-BBF5-B3EE-678ED123C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909915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=[927,927.6,928.3,928.6,929.1,929.4,929.9</a:t>
            </a:r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412A4FE-6790-D2BC-0FE2-38A062CE5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68" y="4061265"/>
            <a:ext cx="2666295" cy="270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3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0C616A-0DB1-4BB1-7E40-3DC2E362D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708367"/>
            <a:ext cx="12510129" cy="2387600"/>
          </a:xfrm>
        </p:spPr>
        <p:txBody>
          <a:bodyPr/>
          <a:lstStyle/>
          <a:p>
            <a:pPr algn="l"/>
            <a:r>
              <a:rPr lang="fr-FR" dirty="0"/>
              <a:t>260706 coral_2ps test quater #3 tissues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1A4CDC-5873-06CE-445C-31D13466F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824050"/>
            <a:ext cx="91440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 = [928.9,928.6,928.1,927.3,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79A141-2C65-33AB-6245-DC851062B860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928.9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4E82819-E562-461B-9FE2-8F5024DD4312}"/>
              </a:ext>
            </a:extLst>
          </p:cNvPr>
          <p:cNvSpPr txBox="1">
            <a:spLocks/>
          </p:cNvSpPr>
          <p:nvPr/>
        </p:nvSpPr>
        <p:spPr>
          <a:xfrm>
            <a:off x="113265" y="176327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59F9DE-8C08-1C54-FBEC-203420F7D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814" y="1506439"/>
            <a:ext cx="2129135" cy="221010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DCBB68D-64CD-B0C9-55E5-0C800A9C8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69" y="4055165"/>
            <a:ext cx="2723493" cy="276806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0063D4F-DA61-99E6-D092-AE7D9009C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02" y="1771516"/>
            <a:ext cx="6678736" cy="456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8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7139-EAFE-E509-3CD7-97BAB8BF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7D5DDC-9C64-3AB0-057A-156D86F1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624324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260706 coral_2ps test </a:t>
            </a:r>
            <a:r>
              <a:rPr lang="fr-FR" dirty="0" err="1"/>
              <a:t>quinq</a:t>
            </a:r>
            <a:r>
              <a:rPr lang="fr-FR" dirty="0"/>
              <a:t> #3 tissues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DABEC1-7165-516D-8532-6EAEED730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824050"/>
            <a:ext cx="7162800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=[929.1,928.7,928.4,928.1,927.4,926.9,926.5,926,925.5,925,</a:t>
            </a:r>
            <a:r>
              <a:rPr lang="fr-FR" b="1"/>
              <a:t>924.5</a:t>
            </a:r>
            <a:r>
              <a:rPr lang="fr-FR"/>
              <a:t>,924,923,927.8,929.7,930.2,931.1]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37C1E13-C6E8-2833-9939-987211D807FE}"/>
              </a:ext>
            </a:extLst>
          </p:cNvPr>
          <p:cNvSpPr txBox="1"/>
          <p:nvPr/>
        </p:nvSpPr>
        <p:spPr>
          <a:xfrm>
            <a:off x="1305961" y="3685833"/>
            <a:ext cx="795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928.7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E3B44A5C-88E2-3AFB-5364-5BD30926CA93}"/>
              </a:ext>
            </a:extLst>
          </p:cNvPr>
          <p:cNvSpPr txBox="1">
            <a:spLocks/>
          </p:cNvSpPr>
          <p:nvPr/>
        </p:nvSpPr>
        <p:spPr>
          <a:xfrm>
            <a:off x="113265" y="176327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F735263-3419-E0EF-D6A9-25BDA7EE4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447" y="1381707"/>
            <a:ext cx="2116458" cy="204729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19E0968-7678-137D-1B52-AF2722CC3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91" y="4140212"/>
            <a:ext cx="2620609" cy="267216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4C2D389-3EB5-FDF1-A1B3-BA12F9D5C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802" y="4150876"/>
            <a:ext cx="2376260" cy="242657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130B2CA-0C15-ACA7-BB87-C1C43FFEB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654" y="4150876"/>
            <a:ext cx="2387746" cy="242657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B44A972-BDC2-CBC8-A2F3-C0B375849073}"/>
              </a:ext>
            </a:extLst>
          </p:cNvPr>
          <p:cNvSpPr txBox="1"/>
          <p:nvPr/>
        </p:nvSpPr>
        <p:spPr>
          <a:xfrm>
            <a:off x="7959453" y="3558854"/>
            <a:ext cx="6221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/>
              <a:t>927.4 ? 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691681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5BCF8-620A-D19F-5EF9-25B598C9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760277-8619-05B4-35C2-275EB5C3C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260707 coral_2ps test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A2F1A1-A999-B3AE-7240-C1CBB510E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=[928.6,928.1,927.6,927.2,926.7,926.4,926,925.6,925,929,929.4,929.7,930.1,930.5,931,931.9,]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C3848218-C549-8723-679C-9C332124FE83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F8FF464-8F37-9087-8E57-1C20EA37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94" y="1264150"/>
            <a:ext cx="2593411" cy="24313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B4A551E-829A-AE36-219C-6DE6B3395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61" y="3848307"/>
            <a:ext cx="2932036" cy="295606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7FEF8CD-3835-01F6-BDE8-8E111F859376}"/>
              </a:ext>
            </a:extLst>
          </p:cNvPr>
          <p:cNvSpPr txBox="1"/>
          <p:nvPr/>
        </p:nvSpPr>
        <p:spPr>
          <a:xfrm>
            <a:off x="884583" y="3429000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</p:spTree>
    <p:extLst>
      <p:ext uri="{BB962C8B-B14F-4D97-AF65-F5344CB8AC3E}">
        <p14:creationId xmlns:p14="http://schemas.microsoft.com/office/powerpoint/2010/main" val="1431600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9FA6-9CB2-0EEB-F8E0-4FFDC63D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01CD9-8620-517E-F612-001F46CE8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260707 coral_7ps test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B8A794C-B1A0-3328-70BA-190E33ECA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=[927.2,927.5,927.9,928.3,928.8,929.2,929.4,929.7,930.2,930.8,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4A5A678-9B4B-8DF9-59B6-A84AC5430599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50604F-BF48-25C2-FC37-44702C08A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94" y="1264150"/>
            <a:ext cx="2593411" cy="24313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7C5F098-14DE-8B1D-2EF9-A820EAC11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61" y="3848307"/>
            <a:ext cx="2932036" cy="295606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1AFF4DF-A3DB-848D-B658-44F1450EC63C}"/>
              </a:ext>
            </a:extLst>
          </p:cNvPr>
          <p:cNvSpPr txBox="1"/>
          <p:nvPr/>
        </p:nvSpPr>
        <p:spPr>
          <a:xfrm>
            <a:off x="884583" y="3429000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0085A7A-582E-D8F6-7C41-44A9C03ED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88" y="3848307"/>
            <a:ext cx="2934109" cy="296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47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85132-0201-6DE3-316E-C258E31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2F050-0F1C-74A6-F5E0-76F4A5F68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coral_2ps test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0B2D66-C7C8-5C17-4CAF-5B58D9020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=[927.2,927.6,928.5,928.8,929.2,929.5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1B1C9AAF-8D56-E2B2-2A78-86EB0471D828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3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E5E5F70-69B9-9366-7DE0-4174E87E8A55}"/>
              </a:ext>
            </a:extLst>
          </p:cNvPr>
          <p:cNvSpPr txBox="1"/>
          <p:nvPr/>
        </p:nvSpPr>
        <p:spPr>
          <a:xfrm>
            <a:off x="1368597" y="2824328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A49A681-095A-9C22-DA20-8372667DF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10" y="3193660"/>
            <a:ext cx="1941189" cy="197285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DAFB47C-3A38-6015-F5C5-976B7F329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728" y="991297"/>
            <a:ext cx="2015220" cy="18958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6F21153-5376-4BF8-FE88-E9B629D97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025" y="3193661"/>
            <a:ext cx="1974478" cy="199371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4595A1C-B4C8-7786-8055-CB1E3D2BE52D}"/>
              </a:ext>
            </a:extLst>
          </p:cNvPr>
          <p:cNvSpPr txBox="1"/>
          <p:nvPr/>
        </p:nvSpPr>
        <p:spPr>
          <a:xfrm>
            <a:off x="3888111" y="2872975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928.5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F3D6255-2E65-1018-041C-153301722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407" y="3181062"/>
            <a:ext cx="1963146" cy="198545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518781F-4D33-E727-988E-6C0D35ADBCB5}"/>
              </a:ext>
            </a:extLst>
          </p:cNvPr>
          <p:cNvSpPr txBox="1"/>
          <p:nvPr/>
        </p:nvSpPr>
        <p:spPr>
          <a:xfrm>
            <a:off x="6009925" y="2865277"/>
            <a:ext cx="622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928.8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0CB921B-D9BE-C1F2-A268-A408F59BF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2457" y="3201918"/>
            <a:ext cx="1980909" cy="199371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2F95EFC3-3E29-5E40-E568-B6934C4239C7}"/>
              </a:ext>
            </a:extLst>
          </p:cNvPr>
          <p:cNvSpPr txBox="1"/>
          <p:nvPr/>
        </p:nvSpPr>
        <p:spPr>
          <a:xfrm>
            <a:off x="8265790" y="2889255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929.2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F6AC554-9DAB-B094-9D74-6B16B7B5A3D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43" t="12530" r="55717" b="20273"/>
          <a:stretch>
            <a:fillRect/>
          </a:stretch>
        </p:blipFill>
        <p:spPr>
          <a:xfrm>
            <a:off x="3120529" y="3242306"/>
            <a:ext cx="1923423" cy="1953321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AA69DA6-3A06-CBBB-2CDB-C4BC965F2E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5787" y="3193660"/>
            <a:ext cx="1980909" cy="200345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4502308-DD49-B2A6-776B-DA72E5E528BB}"/>
              </a:ext>
            </a:extLst>
          </p:cNvPr>
          <p:cNvSpPr txBox="1"/>
          <p:nvPr/>
        </p:nvSpPr>
        <p:spPr>
          <a:xfrm>
            <a:off x="10569603" y="2856792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929.5</a:t>
            </a:r>
          </a:p>
        </p:txBody>
      </p:sp>
    </p:spTree>
    <p:extLst>
      <p:ext uri="{BB962C8B-B14F-4D97-AF65-F5344CB8AC3E}">
        <p14:creationId xmlns:p14="http://schemas.microsoft.com/office/powerpoint/2010/main" val="765479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5719-7C19-DD00-0C65-8D422761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6419B-45B7-4D93-8DC0-0283F028B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ACC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0E733D-9AAE-36DF-AD1A-23B3CC6AF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=[928.5,928.8,929.2,929.6,929.9,930.3,930.8,931.2,931.5,931.8,932.1,932.6,932.9,928.3,927.8,927.5,927.1,926.6,926.1,925.6,925,924.5,923.9,</a:t>
            </a:r>
            <a:endParaRPr lang="fr-FR" dirty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ECFE7C0D-AE8A-DABD-D23F-DEF28626A4D9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D38F11-592A-E466-EE24-9D6576C3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728" y="991297"/>
            <a:ext cx="2015220" cy="18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88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BC43-64C0-472D-62AC-FD07A872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4E415C-68EC-DFF2-E453-6851DE636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260710 coral_2ps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14FEDC-F8B7-A2E9-3596-6D6ED48E7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=[928.1,928.5,928.9,929.4,927.7,927.2,926.8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F68DBD05-E32D-5987-5762-82BDD9B64AF2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A654C8A-526A-35F7-E855-5DD2DF90D74F}"/>
              </a:ext>
            </a:extLst>
          </p:cNvPr>
          <p:cNvSpPr txBox="1"/>
          <p:nvPr/>
        </p:nvSpPr>
        <p:spPr>
          <a:xfrm>
            <a:off x="884583" y="3429000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B36BE45-D41B-5D3C-A3B7-2E3F66F98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70" y="1121109"/>
            <a:ext cx="2030737" cy="21615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24A9F55-439E-EC7D-7087-33428E524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3798332"/>
            <a:ext cx="2753188" cy="282088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0FAFB26-4C09-578C-349C-9C1B6AAD3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01720"/>
            <a:ext cx="6466449" cy="316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35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6D41-2747-DB3D-39C0-58A5AAFD9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F69FDD-A2A7-7C2C-D6A1-EBA64B989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260710 coral_2ps_bis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F69F6D-BE20-EBFB-D680-CBB27C5A1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/>
              <a:t>=[928.3,928.6,929.2,928,927.6,927.2,926.9,</a:t>
            </a:r>
            <a:endParaRPr lang="fr-FR" dirty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01842EFB-0EB0-9F75-FBFA-D3925176BE9C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8572EC7-970E-BC03-3F57-A80804F9586F}"/>
              </a:ext>
            </a:extLst>
          </p:cNvPr>
          <p:cNvSpPr txBox="1"/>
          <p:nvPr/>
        </p:nvSpPr>
        <p:spPr>
          <a:xfrm>
            <a:off x="884583" y="3429000"/>
            <a:ext cx="622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927.2</a:t>
            </a:r>
          </a:p>
        </p:txBody>
      </p:sp>
    </p:spTree>
    <p:extLst>
      <p:ext uri="{BB962C8B-B14F-4D97-AF65-F5344CB8AC3E}">
        <p14:creationId xmlns:p14="http://schemas.microsoft.com/office/powerpoint/2010/main" val="1725153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B7A-E24D-944E-F73E-A0A1D026E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8C89A-6221-E0B9-B971-96F37136A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260710 coral_2ps_ter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E7BD07-4285-DF03-65D8-13DD762A0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=[927.2,927.6,928,928.5,928.8,929.3,929.6,930,930.5,931,931.4,926.8,926.3,925.8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402BA9E9-D08E-9E31-0674-F9153B73A0A5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B45E3F9-D73E-6880-141E-8C1BD29A8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2849704"/>
            <a:ext cx="2370807" cy="24824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6F8804D-87A1-21C1-3248-FC790B0A8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72" y="2330992"/>
            <a:ext cx="6252743" cy="351985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058489A-8BD2-B838-5C5C-7A99C38B44DC}"/>
              </a:ext>
            </a:extLst>
          </p:cNvPr>
          <p:cNvSpPr txBox="1"/>
          <p:nvPr/>
        </p:nvSpPr>
        <p:spPr>
          <a:xfrm>
            <a:off x="0" y="6009575"/>
            <a:ext cx="11125200" cy="110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x_bg</a:t>
            </a:r>
            <a:r>
              <a:rPr lang="fr-FR" dirty="0"/>
              <a:t>=1.431020e+01; </a:t>
            </a:r>
            <a:r>
              <a:rPr lang="fr-FR" dirty="0" err="1"/>
              <a:t>y_bg</a:t>
            </a:r>
            <a:r>
              <a:rPr lang="fr-FR" dirty="0"/>
              <a:t>=2.103116e+01; </a:t>
            </a:r>
            <a:r>
              <a:rPr lang="fr-FR" dirty="0" err="1"/>
              <a:t>width_bg</a:t>
            </a:r>
            <a:r>
              <a:rPr lang="fr-FR" dirty="0"/>
              <a:t>=5.524079e+00; </a:t>
            </a:r>
            <a:r>
              <a:rPr lang="fr-FR" dirty="0" err="1"/>
              <a:t>height_bg</a:t>
            </a:r>
            <a:r>
              <a:rPr lang="fr-FR" dirty="0"/>
              <a:t>=4.787535e+00;</a:t>
            </a:r>
          </a:p>
          <a:p>
            <a:r>
              <a:rPr lang="fr-FR" dirty="0"/>
              <a:t>x_sig1=4.963919e+01; y_sig1=1.026220e+02; width_sig1=2.756044e+00; height_sig1=2.816934e+00;</a:t>
            </a:r>
          </a:p>
          <a:p>
            <a:r>
              <a:rPr lang="fr-FR" dirty="0"/>
              <a:t>x_sig2=9.201558e+01; y_sig2=5.270255e+01; width_sig2=3.130312e+00; height_sig2=3.314448e+00;</a:t>
            </a:r>
          </a:p>
          <a:p>
            <a:pPr>
              <a:lnSpc>
                <a:spcPts val="1286"/>
              </a:lnSpc>
            </a:pPr>
            <a:endParaRPr lang="fr-FR" sz="160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A7C5A1A-2DB2-6BB9-B9DE-561FF377C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7786" y="2088352"/>
            <a:ext cx="2255099" cy="203526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8CE1144D-0CE2-715E-2183-46EAB726C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619" y="4380917"/>
            <a:ext cx="2977381" cy="190244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CA904420-4B96-6603-AF1A-4029C457D4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619" y="4364129"/>
            <a:ext cx="2977381" cy="1902447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8DF9029F-1571-F4E6-1EEE-3D5DD58F5E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1576" y="2032466"/>
            <a:ext cx="2669446" cy="240921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BD8A953-C282-154C-11D7-3FE27B7DA9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0696" y="880591"/>
            <a:ext cx="2308526" cy="145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96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9E3D9-AC12-0EA1-38AC-FFE7948D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04571C-7ADA-1B12-EBDF-C634212CE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260710 coral_7ps_ter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15A89BD-DE8E-A28E-3710-898FDE36C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=[927.2,928,928.3,928.6,929,929.4,926.9,926.5,926,927.6]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FA6FB8FE-4486-CD1E-7DB8-1EAF0A09A0E7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12D058CD-2E46-0049-D158-67EFB9D4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65" y="2849704"/>
            <a:ext cx="2370807" cy="248243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42B6BDD-B7B8-CD33-9A37-836845A9E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426" y="2500368"/>
            <a:ext cx="5896033" cy="283177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22313A0-058A-658C-7BC5-7C239B91A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8813" y="2014346"/>
            <a:ext cx="2255099" cy="203526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93C0E03-917B-07FD-DC93-C23C8A361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619" y="4380917"/>
            <a:ext cx="2977381" cy="1902447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3DD9B192-8BE4-C941-BC31-CA40AE489DEF}"/>
              </a:ext>
            </a:extLst>
          </p:cNvPr>
          <p:cNvSpPr txBox="1"/>
          <p:nvPr/>
        </p:nvSpPr>
        <p:spPr>
          <a:xfrm>
            <a:off x="637867" y="5729366"/>
            <a:ext cx="7178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0" i="0" dirty="0" err="1">
                <a:effectLst/>
                <a:latin typeface="Menlo"/>
              </a:rPr>
              <a:t>x_bg</a:t>
            </a:r>
            <a:r>
              <a:rPr lang="fr-FR" sz="1200" b="0" i="0" dirty="0">
                <a:effectLst/>
                <a:latin typeface="Menlo"/>
              </a:rPr>
              <a:t>=1.431020e+01; </a:t>
            </a:r>
            <a:r>
              <a:rPr lang="fr-FR" sz="1200" b="0" i="0" dirty="0" err="1">
                <a:effectLst/>
                <a:latin typeface="Menlo"/>
              </a:rPr>
              <a:t>y_bg</a:t>
            </a:r>
            <a:r>
              <a:rPr lang="fr-FR" sz="1200" b="0" i="0" dirty="0">
                <a:effectLst/>
                <a:latin typeface="Menlo"/>
              </a:rPr>
              <a:t>=2.103116e+01; </a:t>
            </a:r>
            <a:r>
              <a:rPr lang="fr-FR" sz="1200" b="0" i="0" dirty="0" err="1">
                <a:effectLst/>
                <a:latin typeface="Menlo"/>
              </a:rPr>
              <a:t>width_bg</a:t>
            </a:r>
            <a:r>
              <a:rPr lang="fr-FR" sz="1200" b="0" i="0" dirty="0">
                <a:effectLst/>
                <a:latin typeface="Menlo"/>
              </a:rPr>
              <a:t>=5.524079e+00; </a:t>
            </a:r>
            <a:r>
              <a:rPr lang="fr-FR" sz="1200" b="0" i="0" dirty="0" err="1">
                <a:effectLst/>
                <a:latin typeface="Menlo"/>
              </a:rPr>
              <a:t>height_bg</a:t>
            </a:r>
            <a:r>
              <a:rPr lang="fr-FR" sz="1200" b="0" i="0" dirty="0">
                <a:effectLst/>
                <a:latin typeface="Menlo"/>
              </a:rPr>
              <a:t>=4.787535e+00;</a:t>
            </a:r>
          </a:p>
          <a:p>
            <a:pPr>
              <a:buNone/>
            </a:pPr>
            <a:r>
              <a:rPr lang="fr-FR" sz="1200" b="0" i="0" dirty="0">
                <a:effectLst/>
                <a:latin typeface="Menlo"/>
              </a:rPr>
              <a:t>x_sig1=4.963919e+01; y_sig1=1.026220e+02; width_sig1=2.756044e+00; height_sig1=2.816934e+00;</a:t>
            </a:r>
          </a:p>
          <a:p>
            <a:pPr>
              <a:buNone/>
            </a:pPr>
            <a:r>
              <a:rPr lang="fr-FR" sz="1200" b="0" i="0" dirty="0">
                <a:effectLst/>
                <a:latin typeface="Menlo"/>
              </a:rPr>
              <a:t>x_sig2=9.201558e+01; y_sig2=5.270255e+01; width_sig2=3.130312e+00; height_sig2=3.314448e+00;</a:t>
            </a:r>
          </a:p>
        </p:txBody>
      </p:sp>
    </p:spTree>
    <p:extLst>
      <p:ext uri="{BB962C8B-B14F-4D97-AF65-F5344CB8AC3E}">
        <p14:creationId xmlns:p14="http://schemas.microsoft.com/office/powerpoint/2010/main" val="175998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8FB8C-AEF4-AF38-AEB7-0008E6A7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65EF5-A661-7E77-1F89-C950B422E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260713 coral_2ps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FF0595-7502-8886-21B3-27F3C17BB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=[928.9,928.5,928.1,927.6,927.2,926.7,926.3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F5D7B5F6-6F47-C316-AA5B-776D38E2DA57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2D73B13-E3BB-37E6-1A45-6C9E51BFA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465" y="2356912"/>
            <a:ext cx="2055756" cy="214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0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84BD-2A9B-E6AD-D4E4-D81F16AE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F9E22A-07F3-6560-6189-3DB0CD4CD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260713 coral_2ps bis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DD214EA-054A-5843-2DB3-FAB4222AA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=[928.2,928.6,929.1,927.7,927.3,926.7,926.4,926.9,</a:t>
            </a:r>
            <a:r>
              <a:rPr lang="fr-FR" b="1" dirty="0"/>
              <a:t>926.1</a:t>
            </a:r>
            <a:r>
              <a:rPr lang="fr-FR" dirty="0"/>
              <a:t>,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960E7726-5A6C-79F9-667E-F6F036C97BA5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F98DD08-ED2E-7597-950F-E9C8E980B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465" y="1758205"/>
            <a:ext cx="2232578" cy="187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8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ED3BE-564B-B760-3502-2D182A8EC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AC2EAF-8115-2EAB-5D15-DE6782892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260713 coral_2ps ter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055EEE-2FD4-4025-4EB1-EA948F50C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=[928.3,928.7,929.1,929.5,929.9,930.3,931,928.1,927.8,927.5,927.2,926.7,926.3,925.8]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1FA3E15F-AD35-D91B-C515-D890B374EB16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E7617D1-4A2B-EC00-E6D7-711FBE7B9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70" y="1184389"/>
            <a:ext cx="1412402" cy="156373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E7AE2B8-5BAD-FF4B-4F86-B0F66C422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3466224"/>
            <a:ext cx="5408178" cy="26188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07D59A3-2A4B-E1FD-6D8A-D6BBAD366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4352009"/>
            <a:ext cx="3773714" cy="238134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BCA2D2C-8D02-CA91-71D9-589C097E2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369" y="1937972"/>
            <a:ext cx="2595367" cy="238134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A20BAC54-C2E4-70AE-53DD-C303252786CE}"/>
              </a:ext>
            </a:extLst>
          </p:cNvPr>
          <p:cNvSpPr txBox="1"/>
          <p:nvPr/>
        </p:nvSpPr>
        <p:spPr>
          <a:xfrm>
            <a:off x="1789794" y="2807129"/>
            <a:ext cx="6226628" cy="58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286"/>
              </a:lnSpc>
              <a:buNone/>
            </a:pPr>
            <a:r>
              <a:rPr lang="fr-FR" sz="1000" b="0" i="0" dirty="0" err="1">
                <a:effectLst/>
                <a:latin typeface="Menlo"/>
              </a:rPr>
              <a:t>x_bg</a:t>
            </a:r>
            <a:r>
              <a:rPr lang="fr-FR" sz="1000" b="0" i="0" dirty="0">
                <a:effectLst/>
                <a:latin typeface="Menlo"/>
              </a:rPr>
              <a:t>=8.023719e+00; </a:t>
            </a:r>
            <a:r>
              <a:rPr lang="fr-FR" sz="1000" b="0" i="0" dirty="0" err="1">
                <a:effectLst/>
                <a:latin typeface="Menlo"/>
              </a:rPr>
              <a:t>y_bg</a:t>
            </a:r>
            <a:r>
              <a:rPr lang="fr-FR" sz="1000" b="0" i="0" dirty="0">
                <a:effectLst/>
                <a:latin typeface="Menlo"/>
              </a:rPr>
              <a:t>=5.803605e+00; </a:t>
            </a:r>
            <a:r>
              <a:rPr lang="fr-FR" sz="1000" b="0" i="0" dirty="0" err="1">
                <a:effectLst/>
                <a:latin typeface="Menlo"/>
              </a:rPr>
              <a:t>width_bg</a:t>
            </a:r>
            <a:r>
              <a:rPr lang="fr-FR" sz="1000" b="0" i="0" dirty="0">
                <a:effectLst/>
                <a:latin typeface="Menlo"/>
              </a:rPr>
              <a:t>=1.011385e+01; </a:t>
            </a:r>
            <a:r>
              <a:rPr lang="fr-FR" sz="1000" b="0" i="0" dirty="0" err="1">
                <a:effectLst/>
                <a:latin typeface="Menlo"/>
              </a:rPr>
              <a:t>height_bg</a:t>
            </a:r>
            <a:r>
              <a:rPr lang="fr-FR" sz="1000" b="0" i="0" dirty="0">
                <a:effectLst/>
                <a:latin typeface="Menlo"/>
              </a:rPr>
              <a:t>=9.127135e+00;</a:t>
            </a:r>
            <a:br>
              <a:rPr lang="fr-FR" sz="1000" b="0" i="0" dirty="0">
                <a:effectLst/>
                <a:latin typeface="Menlo"/>
              </a:rPr>
            </a:br>
            <a:r>
              <a:rPr lang="fr-FR" sz="1000" b="0" i="0" dirty="0">
                <a:effectLst/>
                <a:latin typeface="Menlo"/>
              </a:rPr>
              <a:t>x_sig1=1.099023e+02; y_sig1=3.318501e+01; width_sig1=8.387097e+00; height_sig1=8.633776e+00;</a:t>
            </a:r>
            <a:br>
              <a:rPr lang="fr-FR" sz="1000" b="0" i="0" dirty="0">
                <a:effectLst/>
                <a:latin typeface="Menlo"/>
              </a:rPr>
            </a:br>
            <a:r>
              <a:rPr lang="fr-FR" sz="1000" b="0" i="0" dirty="0">
                <a:effectLst/>
                <a:latin typeface="Menlo"/>
              </a:rPr>
              <a:t>x_sig2=1.762585e+01; y_sig2=8.562121e+01; width_sig2=2.746270e+00; height_sig2=1.821783e+00;</a:t>
            </a:r>
          </a:p>
        </p:txBody>
      </p:sp>
    </p:spTree>
    <p:extLst>
      <p:ext uri="{BB962C8B-B14F-4D97-AF65-F5344CB8AC3E}">
        <p14:creationId xmlns:p14="http://schemas.microsoft.com/office/powerpoint/2010/main" val="4020010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6B6E-51C1-C551-9BC7-D76F53DF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9776C-F105-2F1F-57A6-E16E39264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260713 coral_7ps ter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559D1E-F265-BB55-475A-EB4566544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9098" y="850229"/>
            <a:ext cx="4752902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=[927.2,927.6,928.1,928.3,928.7,929.1,929.5,929.9,930.4,</a:t>
            </a:r>
            <a:r>
              <a:rPr lang="fr-FR" b="1" dirty="0"/>
              <a:t>931</a:t>
            </a:r>
            <a:r>
              <a:rPr lang="fr-FR" dirty="0"/>
              <a:t>,926.9,926.5,926.2,925.8]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B7CF4E40-A994-83D8-3E72-6920798FDC13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400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FFEA9F1-28AB-19AA-CA39-064AF6BDA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991" y="1097853"/>
            <a:ext cx="1412168" cy="156347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174486F-51CF-8866-15D4-8F90C7867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3466224"/>
            <a:ext cx="5408178" cy="261880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24EC170-C2B4-B953-E83C-D978CC406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86" y="3466224"/>
            <a:ext cx="5388358" cy="264797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03230E5-81CF-A3AF-6FF1-05A093A77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4352009"/>
            <a:ext cx="3773714" cy="238134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677585E-10AF-6187-8E4B-800BA668A3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5369" y="1937972"/>
            <a:ext cx="2595367" cy="238134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86E7E4F-37A0-1586-548A-CFEFC1947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399" y="4319316"/>
            <a:ext cx="3773715" cy="239289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00EADA10-F2BC-3AF7-A421-4F62CF164D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692" y="1932584"/>
            <a:ext cx="2650570" cy="2365593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8322E61B-F9A8-5799-896B-CA6114DC7ACA}"/>
              </a:ext>
            </a:extLst>
          </p:cNvPr>
          <p:cNvSpPr txBox="1"/>
          <p:nvPr/>
        </p:nvSpPr>
        <p:spPr>
          <a:xfrm>
            <a:off x="1458686" y="2745425"/>
            <a:ext cx="6226628" cy="58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286"/>
              </a:lnSpc>
              <a:buNone/>
            </a:pPr>
            <a:r>
              <a:rPr lang="fr-FR" sz="1000" b="0" i="0" dirty="0" err="1">
                <a:effectLst/>
                <a:latin typeface="Menlo"/>
              </a:rPr>
              <a:t>x_bg</a:t>
            </a:r>
            <a:r>
              <a:rPr lang="fr-FR" sz="1000" b="0" i="0" dirty="0">
                <a:effectLst/>
                <a:latin typeface="Menlo"/>
              </a:rPr>
              <a:t>=8.023719e+00; </a:t>
            </a:r>
            <a:r>
              <a:rPr lang="fr-FR" sz="1000" b="0" i="0" dirty="0" err="1">
                <a:effectLst/>
                <a:latin typeface="Menlo"/>
              </a:rPr>
              <a:t>y_bg</a:t>
            </a:r>
            <a:r>
              <a:rPr lang="fr-FR" sz="1000" b="0" i="0" dirty="0">
                <a:effectLst/>
                <a:latin typeface="Menlo"/>
              </a:rPr>
              <a:t>=5.803605e+00; </a:t>
            </a:r>
            <a:r>
              <a:rPr lang="fr-FR" sz="1000" b="0" i="0" dirty="0" err="1">
                <a:effectLst/>
                <a:latin typeface="Menlo"/>
              </a:rPr>
              <a:t>width_bg</a:t>
            </a:r>
            <a:r>
              <a:rPr lang="fr-FR" sz="1000" b="0" i="0" dirty="0">
                <a:effectLst/>
                <a:latin typeface="Menlo"/>
              </a:rPr>
              <a:t>=1.011385e+01; </a:t>
            </a:r>
            <a:r>
              <a:rPr lang="fr-FR" sz="1000" b="0" i="0" dirty="0" err="1">
                <a:effectLst/>
                <a:latin typeface="Menlo"/>
              </a:rPr>
              <a:t>height_bg</a:t>
            </a:r>
            <a:r>
              <a:rPr lang="fr-FR" sz="1000" b="0" i="0" dirty="0">
                <a:effectLst/>
                <a:latin typeface="Menlo"/>
              </a:rPr>
              <a:t>=9.127135e+00;</a:t>
            </a:r>
            <a:br>
              <a:rPr lang="fr-FR" sz="1000" b="0" i="0" dirty="0">
                <a:effectLst/>
                <a:latin typeface="Menlo"/>
              </a:rPr>
            </a:br>
            <a:r>
              <a:rPr lang="fr-FR" sz="1000" b="0" i="0" dirty="0">
                <a:effectLst/>
                <a:latin typeface="Menlo"/>
              </a:rPr>
              <a:t>x_sig1=1.099023e+02; y_sig1=3.318501e+01; width_sig1=8.387097e+00; height_sig1=8.633776e+00;</a:t>
            </a:r>
            <a:br>
              <a:rPr lang="fr-FR" sz="1000" b="0" i="0" dirty="0">
                <a:effectLst/>
                <a:latin typeface="Menlo"/>
              </a:rPr>
            </a:br>
            <a:r>
              <a:rPr lang="fr-FR" sz="1000" b="0" i="0" dirty="0">
                <a:effectLst/>
                <a:latin typeface="Menlo"/>
              </a:rPr>
              <a:t>x_sig2=1.762585e+01; y_sig2=8.562121e+01; width_sig2=2.746270e+00; height_sig2=1.821783e+00;</a:t>
            </a:r>
          </a:p>
        </p:txBody>
      </p:sp>
    </p:spTree>
    <p:extLst>
      <p:ext uri="{BB962C8B-B14F-4D97-AF65-F5344CB8AC3E}">
        <p14:creationId xmlns:p14="http://schemas.microsoft.com/office/powerpoint/2010/main" val="890591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CB07-7E38-6D47-3960-1B92FEBB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0711D-B8B3-C167-FBDE-045F7FFED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260715 coral_2ps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E5910C-D97E-5EC5-CD87-BA90822F4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1" y="1489967"/>
            <a:ext cx="5230463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=[927.2,927.5,927.7,928.1,928.5,929.1,929.6,930.2,931.1,926.7926.3,925.8]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3415782F-01BB-B966-A06E-E3B868B04B6C}"/>
              </a:ext>
            </a:extLst>
          </p:cNvPr>
          <p:cNvSpPr txBox="1">
            <a:spLocks/>
          </p:cNvSpPr>
          <p:nvPr/>
        </p:nvSpPr>
        <p:spPr>
          <a:xfrm>
            <a:off x="9463503" y="475062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5D8190B3-28EE-780D-5A06-F2E476A0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932" y="4839059"/>
            <a:ext cx="1684874" cy="16557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E6D284D-FE37-ED74-348D-54859D8A4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49" y="1661160"/>
            <a:ext cx="6336725" cy="415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36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150D6-62AF-8211-DAEC-45FA7E5A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CE8A99-FAB6-1F8C-D35E-CA59F09D6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260715 coral_7ps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98BC44-C118-6A66-B5F3-D19B8BF13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1" y="1489967"/>
            <a:ext cx="5230463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=[927.8,927.2,928.1,928.5,929.1,929.6,930.3,931,927.5,926.8,926.4,925.8]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AF004D9B-7088-B84C-6CF9-1E81DAEF9888}"/>
              </a:ext>
            </a:extLst>
          </p:cNvPr>
          <p:cNvSpPr txBox="1">
            <a:spLocks/>
          </p:cNvSpPr>
          <p:nvPr/>
        </p:nvSpPr>
        <p:spPr>
          <a:xfrm>
            <a:off x="9463503" y="475062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130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DCCE0C92-4CBF-6F6C-982B-22B28E3C6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132" y="3009802"/>
            <a:ext cx="3456306" cy="339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88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0D87-F24C-1B9D-06D5-9846AF51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D068AE-3B47-6683-1FF8-97ED98D7F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260717 coral_7ps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23301B-76A2-2345-8D2D-D85973332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1" y="1489967"/>
            <a:ext cx="5230463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=[927.2,928.1,928.5,928.9,929.5,929.9,930.4,930.9,927.5,926.9,926.7,926.3,925.8,928]</a:t>
            </a:r>
          </a:p>
          <a:p>
            <a:pPr algn="l"/>
            <a:r>
              <a:rPr lang="fr-FR" dirty="0"/>
              <a:t>Power (</a:t>
            </a:r>
            <a:r>
              <a:rPr lang="fr-FR" dirty="0" err="1"/>
              <a:t>a.u</a:t>
            </a:r>
            <a:r>
              <a:rPr lang="fr-FR" dirty="0"/>
              <a:t>.) = [?, 14.3, 13.4, 13.4,12.9,12.5,11.5,9.2,14.3,14.7,14.8,14.4,14.7,13.7] +/-0.3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635FA758-AE6A-5D17-595D-A98D331F7599}"/>
              </a:ext>
            </a:extLst>
          </p:cNvPr>
          <p:cNvSpPr txBox="1">
            <a:spLocks/>
          </p:cNvSpPr>
          <p:nvPr/>
        </p:nvSpPr>
        <p:spPr>
          <a:xfrm>
            <a:off x="9463502" y="45401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400,300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100 (6.76s)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4AEF4C8-357F-BF93-6FB4-FEA92E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271" y="3031283"/>
            <a:ext cx="2615231" cy="295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0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68B04-70C9-2D27-9782-CB4C52F1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492631-C7B3-75D6-2B17-29B6E5D8A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260717 coral_2ps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C4A91C-903E-91C0-CDC2-16CECFF1E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1" y="1489967"/>
            <a:ext cx="5230463" cy="1655762"/>
          </a:xfrm>
        </p:spPr>
        <p:txBody>
          <a:bodyPr>
            <a:normAutofit/>
          </a:bodyPr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=[927.4,927.7,928.3,928.7,929.1,929.6,929.9,930.4,930.6,931,]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85067B29-3EBE-89C3-AA8D-C5749298877D}"/>
              </a:ext>
            </a:extLst>
          </p:cNvPr>
          <p:cNvSpPr txBox="1">
            <a:spLocks/>
          </p:cNvSpPr>
          <p:nvPr/>
        </p:nvSpPr>
        <p:spPr>
          <a:xfrm>
            <a:off x="9463502" y="45401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100 (6.76s)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10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ECB56B7-A39D-AA78-B280-5FA3636B4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271" y="3031283"/>
            <a:ext cx="2615231" cy="295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29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AD8D-4DA8-437A-3339-49293EC4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3A01E5-7413-1944-EB9F-220C97059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260717 coral_2ps_bis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A9C727-E0EE-C118-FC8F-6258B3F1F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0" y="1078624"/>
            <a:ext cx="5230463" cy="1655762"/>
          </a:xfrm>
        </p:spPr>
        <p:txBody>
          <a:bodyPr>
            <a:normAutofit/>
          </a:bodyPr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=[927.2,927.8,928.1,928.6,928.9,929.2,929.6,929.9,930.3,930.8,931.2,927.5,927,926.7,926.3,925.8]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7C9705D2-C22A-2399-8083-7AF0DE952CDA}"/>
              </a:ext>
            </a:extLst>
          </p:cNvPr>
          <p:cNvSpPr txBox="1">
            <a:spLocks/>
          </p:cNvSpPr>
          <p:nvPr/>
        </p:nvSpPr>
        <p:spPr>
          <a:xfrm>
            <a:off x="9463502" y="45401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150 mW</a:t>
            </a:r>
          </a:p>
          <a:p>
            <a:pPr algn="l"/>
            <a:r>
              <a:rPr lang="fr-FR" dirty="0"/>
              <a:t>Nb pts 150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100 (9s)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CC544D6-B2C8-5F81-5051-F82AEB5C8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731" y="2578088"/>
            <a:ext cx="3728032" cy="410214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9664162-4CCC-1FA2-4D28-5D4A7857A3FF}"/>
              </a:ext>
            </a:extLst>
          </p:cNvPr>
          <p:cNvSpPr txBox="1"/>
          <p:nvPr/>
        </p:nvSpPr>
        <p:spPr>
          <a:xfrm>
            <a:off x="1242648" y="2925755"/>
            <a:ext cx="9438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927.5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B11846A-0E94-12A8-AC5F-E9D700B93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3470581"/>
            <a:ext cx="3284784" cy="333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85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DE7F-6FB6-F6CB-5B8E-DFDDBB2B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19BDF-62DE-4569-FD10-003C5A42E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260717 coral_7ps_bis #4 </a:t>
            </a:r>
            <a:r>
              <a:rPr lang="fr-FR" dirty="0" err="1"/>
              <a:t>stressed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0713DCB-ED66-2D22-4770-2B55E9B25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8270" y="1078624"/>
            <a:ext cx="5230463" cy="1655762"/>
          </a:xfrm>
        </p:spPr>
        <p:txBody>
          <a:bodyPr>
            <a:normAutofit/>
          </a:bodyPr>
          <a:lstStyle/>
          <a:p>
            <a:pPr algn="l"/>
            <a:r>
              <a:rPr lang="fr-FR" dirty="0" err="1"/>
              <a:t>Wavelength</a:t>
            </a:r>
            <a:r>
              <a:rPr lang="fr-FR"/>
              <a:t>=[927,927.7,928.1,928.5,929.1,929.9,931,927.3,926.8,926.4,]</a:t>
            </a:r>
            <a:endParaRPr lang="fr-FR" dirty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E59EDA80-5267-4AA4-A89F-7F1F6262E6D0}"/>
              </a:ext>
            </a:extLst>
          </p:cNvPr>
          <p:cNvSpPr txBox="1">
            <a:spLocks/>
          </p:cNvSpPr>
          <p:nvPr/>
        </p:nvSpPr>
        <p:spPr>
          <a:xfrm>
            <a:off x="9463502" y="45401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400,330 mW</a:t>
            </a:r>
          </a:p>
          <a:p>
            <a:pPr algn="l"/>
            <a:r>
              <a:rPr lang="fr-FR" dirty="0"/>
              <a:t>Nb pts 150</a:t>
            </a:r>
          </a:p>
          <a:p>
            <a:pPr algn="l"/>
            <a:r>
              <a:rPr lang="fr-FR" b="1" dirty="0" err="1"/>
              <a:t>Pixrep</a:t>
            </a:r>
            <a:r>
              <a:rPr lang="fr-FR" b="1" dirty="0"/>
              <a:t> 100 (9s)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7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168F017-2F9A-FBCC-AE85-69F82B814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731" y="2578088"/>
            <a:ext cx="3728032" cy="410214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1F9019A-1B31-1B5A-77F0-06248F17727D}"/>
              </a:ext>
            </a:extLst>
          </p:cNvPr>
          <p:cNvSpPr txBox="1"/>
          <p:nvPr/>
        </p:nvSpPr>
        <p:spPr>
          <a:xfrm>
            <a:off x="1242648" y="2925755"/>
            <a:ext cx="9438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927.5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DF7CEAC-6FC6-CEC1-1BC1-E6BCC7E31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5" y="3470581"/>
            <a:ext cx="3284784" cy="333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099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Office PowerPoint</Application>
  <PresentationFormat>Grand écran</PresentationFormat>
  <Paragraphs>219</Paragraphs>
  <Slides>29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Menlo</vt:lpstr>
      <vt:lpstr>Thème Office</vt:lpstr>
      <vt:lpstr>260701 coral_7ps #1 stressed </vt:lpstr>
      <vt:lpstr>260701 coral_2ps #1 stressed </vt:lpstr>
      <vt:lpstr>260702 coral_2ps #1 stressed </vt:lpstr>
      <vt:lpstr>260702 coral_7ps_bis #1 stressed </vt:lpstr>
      <vt:lpstr>260702 coral_2ps [#3 tissues]  </vt:lpstr>
      <vt:lpstr>260702 coral_7ps [#3 tissues]  </vt:lpstr>
      <vt:lpstr>260706 coral_2ps test [#3 tissues]  </vt:lpstr>
      <vt:lpstr>260706 coral_2ps test_bis [#3 tissues]  </vt:lpstr>
      <vt:lpstr>260706 coral_2ps test_ter [#3 tissues]  </vt:lpstr>
      <vt:lpstr>260706 coral_2ps test quater #3 tissues</vt:lpstr>
      <vt:lpstr>260706 coral_2ps test quinq #3 tissues</vt:lpstr>
      <vt:lpstr>260707 coral_2ps test #4 stressed</vt:lpstr>
      <vt:lpstr>260707 coral_7ps test #4 stressed</vt:lpstr>
      <vt:lpstr>260708 coral_2ps test #4 stressed</vt:lpstr>
      <vt:lpstr>260708 ACC</vt:lpstr>
      <vt:lpstr>260710 coral_2ps #4 stressed</vt:lpstr>
      <vt:lpstr>260710 coral_2ps_bis #4 stressed</vt:lpstr>
      <vt:lpstr>260710 coral_2ps_ter #4 stressed</vt:lpstr>
      <vt:lpstr>260710 coral_7ps_ter #4 stressed</vt:lpstr>
      <vt:lpstr>260713 coral_2ps #4 stressed</vt:lpstr>
      <vt:lpstr>260713 coral_2ps bis #4 stressed</vt:lpstr>
      <vt:lpstr>260713 coral_2ps ter #4 stressed</vt:lpstr>
      <vt:lpstr>260713 coral_7ps ter #4 stressed</vt:lpstr>
      <vt:lpstr>260715 coral_2ps #4 stressed</vt:lpstr>
      <vt:lpstr>260715 coral_7ps #4 stressed</vt:lpstr>
      <vt:lpstr>260717 coral_7ps #4 stressed</vt:lpstr>
      <vt:lpstr>260717 coral_2ps #4 stressed</vt:lpstr>
      <vt:lpstr>260717 coral_2ps_bis #4 stressed</vt:lpstr>
      <vt:lpstr>260717 coral_7ps_bis #4 stressed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BUCOURT Sacha</dc:creator>
  <cp:lastModifiedBy>BUCOURT Sacha</cp:lastModifiedBy>
  <cp:revision>33</cp:revision>
  <dcterms:created xsi:type="dcterms:W3CDTF">2026-07-01T11:56:10Z</dcterms:created>
  <dcterms:modified xsi:type="dcterms:W3CDTF">2026-09-16T14:55:30Z</dcterms:modified>
</cp:coreProperties>
</file>